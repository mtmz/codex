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Hiragino Sans"/>
              </a:rPr>
              <a:t>日銀「金融政策の多角的レビュー」要約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Hiragino Sans"/>
              </a:rPr>
              <a:t>出典: 日本銀行 2024年12月公表資料（k241219b.pdf）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Hiragino Sans"/>
              </a:rPr>
              <a:t>エグゼクティブサマリー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>
                <a:latin typeface="Hiragino Sans"/>
              </a:rPr>
              <a:t>日銀の総括は「大規模緩和は副作用を伴うが、現時点では全体としてプラス」。</a:t>
            </a:r>
          </a:p>
          <a:p>
            <a:pPr>
              <a:defRPr sz="2200"/>
            </a:pPr>
            <a:r>
              <a:rPr>
                <a:latin typeface="Hiragino Sans"/>
              </a:rPr>
              <a:t>日本経済は「持続的な物価下落としてのデフレ」からは脱したとの評価。</a:t>
            </a:r>
          </a:p>
          <a:p>
            <a:pPr>
              <a:defRPr sz="2200"/>
            </a:pPr>
            <a:r>
              <a:rPr>
                <a:latin typeface="Hiragino Sans"/>
              </a:rPr>
              <a:t>今後は2%目標を維持しつつ、非伝統策の効果と副作用を比較衡量して運営。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rPr>
                <a:latin typeface="Hiragino Sans"/>
              </a:rPr>
              <a:t>該当: 概要:基本的見解 p.1-8（PDF p.8-15）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Hiragino Sans"/>
              </a:rPr>
              <a:t>1. 過去25年の認識（なぜ長期低インフレだったか）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>
                <a:latin typeface="Hiragino Sans"/>
              </a:rPr>
              <a:t>自然利子率の低下とゼロ金利制約で、伝統的政策のみでは刺激が不十分。</a:t>
            </a:r>
          </a:p>
          <a:p>
            <a:pPr>
              <a:defRPr sz="2200"/>
            </a:pPr>
            <a:r>
              <a:rPr>
                <a:latin typeface="Hiragino Sans"/>
              </a:rPr>
              <a:t>グローバル化・円高・競争激化が物価下押しに作用。</a:t>
            </a:r>
          </a:p>
          <a:p>
            <a:pPr>
              <a:defRPr sz="2200"/>
            </a:pPr>
            <a:r>
              <a:rPr>
                <a:latin typeface="Hiragino Sans"/>
              </a:rPr>
              <a:t>「賃金・物価が上がりにくい慣行」が定着し、期待インフレ率も低位。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rPr>
                <a:latin typeface="Hiragino Sans"/>
              </a:rPr>
              <a:t>該当: 概要:基本的見解（１）PDF p.8-9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Hiragino Sans"/>
              </a:rPr>
              <a:t>2. 2013年以降の政策評価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>
                <a:latin typeface="Hiragino Sans"/>
              </a:rPr>
              <a:t>QQE・マイナス金利・YCCで実質金利を低下させ、経済・物価を押し上げ。</a:t>
            </a:r>
          </a:p>
          <a:p>
            <a:pPr>
              <a:defRPr sz="2200"/>
            </a:pPr>
            <a:r>
              <a:rPr>
                <a:latin typeface="Hiragino Sans"/>
              </a:rPr>
              <a:t>ただし期待形成への働きかけだけで2%にアンカーする効果は限定的。</a:t>
            </a:r>
          </a:p>
          <a:p>
            <a:pPr>
              <a:defRPr sz="2200"/>
            </a:pPr>
            <a:r>
              <a:rPr>
                <a:latin typeface="Hiragino Sans"/>
              </a:rPr>
              <a:t>当初想定（短期で2%達成）ほどの効果は発揮しなかった。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rPr>
                <a:latin typeface="Hiragino Sans"/>
              </a:rPr>
              <a:t>該当: 概要:基本的見解（３）PDF p.10-11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Hiragino Sans"/>
              </a:rPr>
              <a:t>3. 副作用の評価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>
                <a:latin typeface="Hiragino Sans"/>
              </a:rPr>
              <a:t>国債市場の機能度低下は明確な副作用として認識。</a:t>
            </a:r>
          </a:p>
          <a:p>
            <a:pPr>
              <a:defRPr sz="2200"/>
            </a:pPr>
            <a:r>
              <a:rPr>
                <a:latin typeface="Hiragino Sans"/>
              </a:rPr>
              <a:t>金融機関の利鞘縮小はあるが、仲介機能阻害の証左は現時点で限定的。</a:t>
            </a:r>
          </a:p>
          <a:p>
            <a:pPr>
              <a:defRPr sz="2200"/>
            </a:pPr>
            <a:r>
              <a:rPr>
                <a:latin typeface="Hiragino Sans"/>
              </a:rPr>
              <a:t>供給サイドへの中長期影響は、プラス・マイナスとも結論未確定。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rPr>
                <a:latin typeface="Hiragino Sans"/>
              </a:rPr>
              <a:t>該当: 概要:基本的見解（４）（５）PDF p.12-13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Hiragino Sans"/>
              </a:rPr>
              <a:t>4. 総合判断（BoJビュー）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>
                <a:latin typeface="Hiragino Sans"/>
              </a:rPr>
              <a:t>現時点の評価: 副作用はあるが、全体として日本経済にプラス。</a:t>
            </a:r>
          </a:p>
          <a:p>
            <a:pPr>
              <a:defRPr sz="2200"/>
            </a:pPr>
            <a:r>
              <a:rPr>
                <a:latin typeface="Hiragino Sans"/>
              </a:rPr>
              <a:t>ただし、国債市場機能の回復遅れや副作用の遅行顕在化には留意。</a:t>
            </a:r>
          </a:p>
          <a:p>
            <a:pPr>
              <a:defRPr sz="2200"/>
            </a:pPr>
            <a:r>
              <a:rPr>
                <a:latin typeface="Hiragino Sans"/>
              </a:rPr>
              <a:t>外部環境急変時には金融仲介阻害リスクが高まり得る。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rPr>
                <a:latin typeface="Hiragino Sans"/>
              </a:rPr>
              <a:t>該当: 概要:基本的見解（５）〜先行き含意 PDF p.13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Hiragino Sans"/>
              </a:rPr>
              <a:t>5. 先行きの政策運営への含意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>
                <a:latin typeface="Hiragino Sans"/>
              </a:rPr>
              <a:t>非伝統策は有効だが不確実性が高く、伝統策の完全代替ではない。</a:t>
            </a:r>
          </a:p>
          <a:p>
            <a:pPr>
              <a:defRPr sz="2200"/>
            </a:pPr>
            <a:r>
              <a:rPr>
                <a:latin typeface="Hiragino Sans"/>
              </a:rPr>
              <a:t>必要時はベネフィットとコストを比較衡量して採用。</a:t>
            </a:r>
          </a:p>
          <a:p>
            <a:pPr>
              <a:defRPr sz="2200"/>
            </a:pPr>
            <a:r>
              <a:rPr>
                <a:latin typeface="Hiragino Sans"/>
              </a:rPr>
              <a:t>バランスシート拡大は中央銀行財務・信認面のリスク管理が重要。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rPr>
                <a:latin typeface="Hiragino Sans"/>
              </a:rPr>
              <a:t>該当: 概要:基本的見解（１）PDF p.13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Hiragino Sans"/>
              </a:rPr>
              <a:t>6. 2%物価目標の位置づけ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>
                <a:latin typeface="Hiragino Sans"/>
              </a:rPr>
              <a:t>ゼロ金利制約を回避する観点から、安定的な小幅プラス物価が重要。</a:t>
            </a:r>
          </a:p>
          <a:p>
            <a:pPr>
              <a:defRPr sz="2200"/>
            </a:pPr>
            <a:r>
              <a:rPr>
                <a:latin typeface="Hiragino Sans"/>
              </a:rPr>
              <a:t>主要先進国でも2%目標は共通的な枠組み。</a:t>
            </a:r>
          </a:p>
          <a:p>
            <a:pPr>
              <a:defRPr sz="2200"/>
            </a:pPr>
            <a:r>
              <a:rPr>
                <a:latin typeface="Hiragino Sans"/>
              </a:rPr>
              <a:t>日本でも2%目標の持続的・安定的実現に向けた運営を継続。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rPr>
                <a:latin typeface="Hiragino Sans"/>
              </a:rPr>
              <a:t>該当: 概要:基本的見解（２）PDF p.14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Hiragino Sans"/>
              </a:rPr>
              <a:t>7. 財政政策との関係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>
                <a:latin typeface="Hiragino Sans"/>
              </a:rPr>
              <a:t>財政・金融は相互依存するが、目的と責任の分離が信認維持に重要。</a:t>
            </a:r>
          </a:p>
          <a:p>
            <a:pPr>
              <a:defRPr sz="2200"/>
            </a:pPr>
            <a:r>
              <a:rPr>
                <a:latin typeface="Hiragino Sans"/>
              </a:rPr>
              <a:t>日銀は「物価安定」が目的であり、財政ファイナンスではないと明示。</a:t>
            </a:r>
          </a:p>
          <a:p>
            <a:pPr>
              <a:defRPr sz="2200"/>
            </a:pPr>
            <a:r>
              <a:rPr>
                <a:latin typeface="Hiragino Sans"/>
              </a:rPr>
              <a:t>通貨信認の確保は今後の政策余地を守る前提。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rPr>
                <a:latin typeface="Hiragino Sans"/>
              </a:rPr>
              <a:t>該当: 概要:基本的見解（３）PDF p.14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Hiragino Sans"/>
              </a:rPr>
              <a:t>8. 実務上のチェックポイント（読み手向け）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>
                <a:latin typeface="Hiragino Sans"/>
              </a:rPr>
              <a:t>基調インフレ: 賃金とサービス価格の持続性。</a:t>
            </a:r>
          </a:p>
          <a:p>
            <a:pPr>
              <a:defRPr sz="2200"/>
            </a:pPr>
            <a:r>
              <a:rPr>
                <a:latin typeface="Hiragino Sans"/>
              </a:rPr>
              <a:t>副作用管理: 国債市場機能、金融機関の金利耐性・与信の質。</a:t>
            </a:r>
          </a:p>
          <a:p>
            <a:pPr>
              <a:defRPr sz="2200"/>
            </a:pPr>
            <a:r>
              <a:rPr>
                <a:latin typeface="Hiragino Sans"/>
              </a:rPr>
              <a:t>政策反応関数: 効果と副作用の比較衡量が会合文書でどう示されるか。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rPr>
                <a:latin typeface="Hiragino Sans"/>
              </a:rPr>
              <a:t>本スライドは原文の含意整理（作成者要約）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Hiragino Sans"/>
              </a:rPr>
              <a:t>出典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>
                <a:latin typeface="Hiragino Sans"/>
              </a:rPr>
              <a:t>日本銀行「金融政策の多角的レビュー」2024年12月</a:t>
            </a:r>
          </a:p>
          <a:p>
            <a:pPr>
              <a:defRPr sz="2200"/>
            </a:pPr>
            <a:r>
              <a:rPr>
                <a:latin typeface="Hiragino Sans"/>
              </a:rPr>
              <a:t>対象ファイル: k241219b.pdf（214ページ）</a:t>
            </a:r>
          </a:p>
          <a:p>
            <a:pPr>
              <a:defRPr sz="2200"/>
            </a:pPr>
            <a:r>
              <a:rPr>
                <a:latin typeface="Hiragino Sans"/>
              </a:rPr>
              <a:t>主参照箇所: 概要：基本的見解（PDF p.8-15）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